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FD5B78-09B7-4551-8C32-BE3E3A1CF1E8}" v="1" dt="2026-02-27T15:59:11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3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ry, Joseph D CIV NG MAARNG (USA)" userId="779534d9-4337-4ff3-98aa-2bb62dd85054" providerId="ADAL" clId="{CB76DD6E-AC63-4224-8A40-A5B3A2EFA617}"/>
    <pc:docChg chg="custSel addSld modSld">
      <pc:chgData name="Leary, Joseph D CIV NG MAARNG (USA)" userId="779534d9-4337-4ff3-98aa-2bb62dd85054" providerId="ADAL" clId="{CB76DD6E-AC63-4224-8A40-A5B3A2EFA617}" dt="2026-02-27T16:01:28.241" v="167" actId="680"/>
      <pc:docMkLst>
        <pc:docMk/>
      </pc:docMkLst>
      <pc:sldChg chg="addSp modSp mod">
        <pc:chgData name="Leary, Joseph D CIV NG MAARNG (USA)" userId="779534d9-4337-4ff3-98aa-2bb62dd85054" providerId="ADAL" clId="{CB76DD6E-AC63-4224-8A40-A5B3A2EFA617}" dt="2026-02-27T16:01:25.247" v="166" actId="962"/>
        <pc:sldMkLst>
          <pc:docMk/>
          <pc:sldMk cId="3861888063" sldId="256"/>
        </pc:sldMkLst>
        <pc:spChg chg="add mod">
          <ac:chgData name="Leary, Joseph D CIV NG MAARNG (USA)" userId="779534d9-4337-4ff3-98aa-2bb62dd85054" providerId="ADAL" clId="{CB76DD6E-AC63-4224-8A40-A5B3A2EFA617}" dt="2026-02-27T15:59:57.916" v="163" actId="20577"/>
          <ac:spMkLst>
            <pc:docMk/>
            <pc:sldMk cId="3861888063" sldId="256"/>
            <ac:spMk id="4" creationId="{02F07B4B-A5B1-04E8-C32B-8DFF4789B09C}"/>
          </ac:spMkLst>
        </pc:spChg>
        <pc:picChg chg="add mod">
          <ac:chgData name="Leary, Joseph D CIV NG MAARNG (USA)" userId="779534d9-4337-4ff3-98aa-2bb62dd85054" providerId="ADAL" clId="{CB76DD6E-AC63-4224-8A40-A5B3A2EFA617}" dt="2026-02-27T16:01:25.247" v="166" actId="962"/>
          <ac:picMkLst>
            <pc:docMk/>
            <pc:sldMk cId="3861888063" sldId="256"/>
            <ac:picMk id="6" creationId="{3A3CE6F1-4D93-4379-2926-7D715A728B44}"/>
          </ac:picMkLst>
        </pc:picChg>
      </pc:sldChg>
      <pc:sldChg chg="new">
        <pc:chgData name="Leary, Joseph D CIV NG MAARNG (USA)" userId="779534d9-4337-4ff3-98aa-2bb62dd85054" providerId="ADAL" clId="{CB76DD6E-AC63-4224-8A40-A5B3A2EFA617}" dt="2026-02-27T16:01:28.241" v="167" actId="680"/>
        <pc:sldMkLst>
          <pc:docMk/>
          <pc:sldMk cId="993993506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2F9CF-7065-DE77-242C-05B1D106F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C6377-6CC1-86A3-DEC7-24061099E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17932-5B31-3166-7F5D-7A06AE047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E96FE-DC9C-4536-9FF4-6BA93424ACA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D453F-F9B6-3FA0-AA03-6AA9896F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E2B66-A80E-8312-F316-7E51CBE6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A875-3830-4AFB-98F7-13D694E09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82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F56B-1141-DD0D-5F06-AA5A26AB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6C065-7EE2-D079-CE9D-6CDF0C65B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A62D0-6275-3CDD-410C-7D83A7C39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E96FE-DC9C-4536-9FF4-6BA93424ACA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A0FBB-919E-A8F1-78BB-D76478DE3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C01D2-11F3-31F3-0DE5-EB19C5E50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A875-3830-4AFB-98F7-13D694E09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8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EACA9-0A20-989A-26E7-426B46DAD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00A6E-C1BA-0E52-17C8-4B7D7D0C9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3AC08-F7E4-1D7D-CB57-E13DB98E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E96FE-DC9C-4536-9FF4-6BA93424ACA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5F7ED-0CBD-A9FF-300C-FB3F1E38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B39A7-AE5B-8C78-7D15-F3679DA5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A875-3830-4AFB-98F7-13D694E09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52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937A-19D6-6BC2-0B45-CF16B29F8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A84B5-A65F-E438-E715-D79BF8D9E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09482-AAAD-1F70-BF37-3CF885437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6D5B0-7962-3C31-6C46-525D0EC7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E96FE-DC9C-4536-9FF4-6BA93424ACA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ED630-7E20-F6F4-9CAB-C3BCE63F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CF65F-65F3-7CAE-75DA-5BE1219E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A875-3830-4AFB-98F7-13D694E09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C7C6-D4DB-3B97-7B88-C06EF2338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10A96-C50B-044D-4FA6-6B3628BFF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BBEAA-C7E9-3843-2AE9-31EF77F8F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1DC56C-89A4-3CBE-ABC0-BEF46DCEB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C0844-2026-56AD-F075-37AF89A2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55DBF-30EC-0E9A-E980-4B4C622F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E96FE-DC9C-4536-9FF4-6BA93424ACA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3243CD-14B4-B168-B384-BDB7CBB61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1F335-BE81-C86D-B181-F7474A5D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A875-3830-4AFB-98F7-13D694E09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419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88042-938D-4804-95BF-D4DAE03B2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7CCC00-088C-D3D4-496C-1E0551ED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E96FE-DC9C-4536-9FF4-6BA93424ACA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031110-74D2-C0B8-91CF-E60381D1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60B93-6C92-3024-5CC1-82025B77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A875-3830-4AFB-98F7-13D694E09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38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37B392-74BE-E286-FA70-10C91A2D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E96FE-DC9C-4536-9FF4-6BA93424ACA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BD70D-7E8A-3505-F5E7-F1D4FC61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91D74-D71D-254F-607F-04FA10BD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A875-3830-4AFB-98F7-13D694E09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8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E6EE5-35F8-2A54-C7CB-2E1DFB562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D7F55-5DAD-3758-148D-A0C2E4308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17949-3DA1-9ABD-323B-B312C8EDC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D49B6-D627-7F19-BA7C-1E5B6C946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E96FE-DC9C-4536-9FF4-6BA93424ACA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999B2-0647-7BFD-D071-F77D18D4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630BB-ED89-7723-D71F-404DA541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A875-3830-4AFB-98F7-13D694E09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53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1B45-BB09-DB48-69FF-A1A20A51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1B6DD-8524-BB61-DD7F-8C814660B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7FA4-5C66-B41D-A527-D5B61FA5E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3857A-C873-67C8-9E3A-B867A9EC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E96FE-DC9C-4536-9FF4-6BA93424ACA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08F60-1D77-24A5-1A0F-867E3DB6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4ACA8-2E82-23B3-F3F0-ED6A3B2E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A875-3830-4AFB-98F7-13D694E09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0A34-C4D3-5798-76A3-090A3083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751DA-6BCF-5866-6881-CDB8A3F9D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C71D0-9B4B-B5A2-1898-F5782044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E96FE-DC9C-4536-9FF4-6BA93424ACA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4D2A7-F5B7-8B9C-7E4A-AB31AB69C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921E-AB9B-33D7-BD39-C6E6CB0C0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A875-3830-4AFB-98F7-13D694E09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0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45ECD-9208-B1AE-9247-524AE35BF7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D3E36-A2B5-9E1F-77C4-B140352B2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AC6BA-AAE2-D3E1-1A85-6399939B1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E96FE-DC9C-4536-9FF4-6BA93424ACA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8B1F7-1B4D-1337-80AA-E1A77B0AD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B40B3-7C25-BA7E-1466-1CC76CE9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A875-3830-4AFB-98F7-13D694E09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2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F0BD1-893F-0868-7173-3E3FC804D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037E4-6317-CEF7-DD2E-DDD5C1C95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2A2FD-3A48-196F-35A9-0A2420BC8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E96FE-DC9C-4536-9FF4-6BA93424ACA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14947-BAA5-6842-C2C9-E18E031F6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78E5D-E2DF-52A7-8809-1D5439784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59A875-3830-4AFB-98F7-13D694E09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56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F07B4B-A5B1-04E8-C32B-8DFF4789B09C}"/>
              </a:ext>
            </a:extLst>
          </p:cNvPr>
          <p:cNvSpPr txBox="1"/>
          <p:nvPr/>
        </p:nvSpPr>
        <p:spPr>
          <a:xfrm>
            <a:off x="484742" y="638978"/>
            <a:ext cx="25889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Already started DB, but don’t want to get too far.</a:t>
            </a:r>
          </a:p>
          <a:p>
            <a:r>
              <a:rPr lang="en-US" dirty="0"/>
              <a:t>Virtual Network up first. We want security and segments for different data/services to live on.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3CE6F1-4D93-4379-2926-7D715A728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100" y="0"/>
            <a:ext cx="7591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8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F80F84-7DA0-EDA6-93EE-7BDA4A105B5A}"/>
              </a:ext>
            </a:extLst>
          </p:cNvPr>
          <p:cNvSpPr txBox="1"/>
          <p:nvPr/>
        </p:nvSpPr>
        <p:spPr>
          <a:xfrm>
            <a:off x="597877" y="518746"/>
            <a:ext cx="2092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Adding Azure Functions 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9A70FC-FEF1-384C-3C52-FD79809C6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914" y="0"/>
            <a:ext cx="8562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93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D535B-A547-10A7-7968-004EB1FC8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914" y="0"/>
            <a:ext cx="8562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72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23891C-D735-0137-4920-8D4F33286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914" y="0"/>
            <a:ext cx="8562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8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FE5DFF-C9E8-67CC-95B2-5E4F19517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914" y="0"/>
            <a:ext cx="8562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30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27FB9D-3E38-3707-FC4E-AAD21489B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674" y="0"/>
            <a:ext cx="757532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D66657-158B-83E6-8AA2-49589CF72AE4}"/>
              </a:ext>
            </a:extLst>
          </p:cNvPr>
          <p:cNvSpPr txBox="1"/>
          <p:nvPr/>
        </p:nvSpPr>
        <p:spPr>
          <a:xfrm>
            <a:off x="430823" y="465992"/>
            <a:ext cx="26992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Scary! Had to read this over a few times. I need Outbound public access to SQL over the </a:t>
            </a:r>
            <a:r>
              <a:rPr lang="en-US" dirty="0" err="1"/>
              <a:t>vnet</a:t>
            </a:r>
            <a:r>
              <a:rPr lang="en-US" dirty="0"/>
              <a:t> and Inbound public for testing.</a:t>
            </a:r>
          </a:p>
        </p:txBody>
      </p:sp>
    </p:spTree>
    <p:extLst>
      <p:ext uri="{BB962C8B-B14F-4D97-AF65-F5344CB8AC3E}">
        <p14:creationId xmlns:p14="http://schemas.microsoft.com/office/powerpoint/2010/main" val="4260335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187BC-CA8E-BE47-ADB1-3BB7EB7A4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674" y="0"/>
            <a:ext cx="75753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4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244C39-CFE7-DAE4-21B2-6692F14C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674" y="0"/>
            <a:ext cx="75753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775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E80A0D-EA2A-89E2-BAE6-C05189D58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674" y="0"/>
            <a:ext cx="75753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8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A752B3-875D-2B43-2C43-F1376050C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674" y="0"/>
            <a:ext cx="75753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63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2130EF-4C55-E90E-1D07-D57E4E935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674" y="0"/>
            <a:ext cx="757532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7A89F9-EA3A-7B3A-A4A7-C5E97D87E42C}"/>
              </a:ext>
            </a:extLst>
          </p:cNvPr>
          <p:cNvSpPr txBox="1"/>
          <p:nvPr/>
        </p:nvSpPr>
        <p:spPr>
          <a:xfrm>
            <a:off x="404445" y="606668"/>
            <a:ext cx="406204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Add the WEBSITE_VNET_ROUTE_ALL to </a:t>
            </a:r>
            <a:r>
              <a:rPr lang="en-US" sz="1100" dirty="0" err="1"/>
              <a:t>Enviropnment</a:t>
            </a:r>
            <a:r>
              <a:rPr lang="en-US" sz="1100" dirty="0"/>
              <a:t> vars.</a:t>
            </a:r>
          </a:p>
          <a:p>
            <a:r>
              <a:rPr lang="en-US" sz="1100" b="1" dirty="0"/>
              <a:t>Purpose of WEBSITE_VNET_ROUTE_ALL=1</a:t>
            </a:r>
          </a:p>
          <a:p>
            <a:r>
              <a:rPr lang="en-US" sz="1100" dirty="0"/>
              <a:t>This is a special app setting for Azure App Service / Azure Functions when you have </a:t>
            </a:r>
            <a:r>
              <a:rPr lang="en-US" sz="1100" b="1" dirty="0" err="1"/>
              <a:t>VNet</a:t>
            </a:r>
            <a:r>
              <a:rPr lang="en-US" sz="1100" b="1" dirty="0"/>
              <a:t> Integration</a:t>
            </a:r>
            <a:r>
              <a:rPr lang="en-US" sz="1100" dirty="0"/>
              <a:t> enabled.</a:t>
            </a:r>
          </a:p>
          <a:p>
            <a:r>
              <a:rPr lang="en-US" sz="1100" b="1" dirty="0"/>
              <a:t>Default behavior (0 or not set)</a:t>
            </a:r>
            <a:r>
              <a:rPr lang="en-US" sz="1100" dirty="0"/>
              <a:t>: Only </a:t>
            </a:r>
            <a:r>
              <a:rPr lang="en-US" sz="1100" b="1" dirty="0"/>
              <a:t>private</a:t>
            </a:r>
            <a:r>
              <a:rPr lang="en-US" sz="1100" dirty="0"/>
              <a:t> outbound traffic (RFC 1918 addresses like 10.x.x.x, 172.16.x.x, 192.168.x.x) is sent through your </a:t>
            </a:r>
            <a:r>
              <a:rPr lang="en-US" sz="1100" dirty="0" err="1"/>
              <a:t>VNet</a:t>
            </a:r>
            <a:r>
              <a:rPr lang="en-US" sz="1100" dirty="0"/>
              <a:t>/subnet. All public internet traffic goes straight out to the internet.</a:t>
            </a:r>
          </a:p>
          <a:p>
            <a:r>
              <a:rPr lang="en-US" sz="1100" b="1" dirty="0"/>
              <a:t>When set to 1</a:t>
            </a:r>
            <a:r>
              <a:rPr lang="en-US" sz="1100" dirty="0"/>
              <a:t>: </a:t>
            </a:r>
            <a:r>
              <a:rPr lang="en-US" sz="1100" b="1" dirty="0"/>
              <a:t>ALL</a:t>
            </a:r>
            <a:r>
              <a:rPr lang="en-US" sz="1100" dirty="0"/>
              <a:t> outbound traffic from your Function App (private + public internet) is forced through the </a:t>
            </a:r>
            <a:r>
              <a:rPr lang="en-US" sz="1100" dirty="0" err="1"/>
              <a:t>VNet</a:t>
            </a:r>
            <a:r>
              <a:rPr lang="en-US" sz="1100" dirty="0"/>
              <a:t> integration subnet (in your case, WebApp-Subnet).</a:t>
            </a:r>
          </a:p>
          <a:p>
            <a:r>
              <a:rPr lang="en-US" sz="1100" b="1" dirty="0"/>
              <a:t>Why we set it for your project</a:t>
            </a:r>
            <a:r>
              <a:rPr lang="en-US" sz="1100" dirty="0"/>
              <a:t>:</a:t>
            </a:r>
          </a:p>
          <a:p>
            <a:r>
              <a:rPr lang="en-US" sz="1100" dirty="0"/>
              <a:t>Your SQL connection string uses the public-looking name dr-helpdesk-sql-2026.database.windows.net.</a:t>
            </a:r>
          </a:p>
          <a:p>
            <a:r>
              <a:rPr lang="en-US" sz="1100" dirty="0"/>
              <a:t>That name resolves (via your private DNS zone) to a </a:t>
            </a:r>
            <a:r>
              <a:rPr lang="en-US" sz="1100" b="1" dirty="0"/>
              <a:t>private IP</a:t>
            </a:r>
            <a:r>
              <a:rPr lang="en-US" sz="1100" dirty="0"/>
              <a:t> in Database-Subnet.</a:t>
            </a:r>
          </a:p>
          <a:p>
            <a:r>
              <a:rPr lang="en-US" sz="1100" dirty="0"/>
              <a:t>Setting this to 1 guarantees the traffic is routed correctly through the </a:t>
            </a:r>
            <a:r>
              <a:rPr lang="en-US" sz="1100" dirty="0" err="1"/>
              <a:t>VNet</a:t>
            </a:r>
            <a:r>
              <a:rPr lang="en-US" sz="1100" dirty="0"/>
              <a:t> → hits the Private Endpoint reliably.</a:t>
            </a:r>
          </a:p>
          <a:p>
            <a:r>
              <a:rPr lang="en-US" sz="1100" dirty="0"/>
              <a:t>It also handles DNS resolution, storage account access (for Functions runtime), and any other outbound calls consistently.</a:t>
            </a:r>
          </a:p>
          <a:p>
            <a:r>
              <a:rPr lang="en-US" sz="1100" dirty="0"/>
              <a:t>Without it, you can sometimes hit intermittent “cannot reach SQL” or DNS issues, especially with cross-region setups like yours (East US </a:t>
            </a:r>
            <a:r>
              <a:rPr lang="en-US" sz="1100" dirty="0" err="1"/>
              <a:t>VNet</a:t>
            </a:r>
            <a:r>
              <a:rPr lang="en-US" sz="1100" dirty="0"/>
              <a:t> → Central US SQL).</a:t>
            </a:r>
          </a:p>
          <a:p>
            <a:r>
              <a:rPr lang="en-US" sz="1100" dirty="0"/>
              <a:t>It’s the standard, battle-tested way to make private SQL + Functions work smoothly.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48681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C4729C-E45A-2680-E420-B1B9F38B8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690562"/>
            <a:ext cx="8477250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307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87B9B-AB72-0BB3-37D9-EC2AA8143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690562"/>
            <a:ext cx="8477250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311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021BFD-447D-DC9B-9214-DC6D4C8F6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674" y="0"/>
            <a:ext cx="757532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3E087E-0F7F-5119-5C40-36BFDA854FFA}"/>
              </a:ext>
            </a:extLst>
          </p:cNvPr>
          <p:cNvSpPr txBox="1"/>
          <p:nvPr/>
        </p:nvSpPr>
        <p:spPr>
          <a:xfrm>
            <a:off x="509954" y="378069"/>
            <a:ext cx="2839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the SQL connection string as an environment var in app</a:t>
            </a:r>
          </a:p>
        </p:txBody>
      </p:sp>
    </p:spTree>
    <p:extLst>
      <p:ext uri="{BB962C8B-B14F-4D97-AF65-F5344CB8AC3E}">
        <p14:creationId xmlns:p14="http://schemas.microsoft.com/office/powerpoint/2010/main" val="734405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84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334</Words>
  <Application>Microsoft Office PowerPoint</Application>
  <PresentationFormat>Widescreen</PresentationFormat>
  <Paragraphs>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Leary, Joseph D CIV NG MAARNG (USA)</dc:creator>
  <cp:lastModifiedBy>Joe Leary</cp:lastModifiedBy>
  <cp:revision>3</cp:revision>
  <dcterms:created xsi:type="dcterms:W3CDTF">2026-02-27T15:56:45Z</dcterms:created>
  <dcterms:modified xsi:type="dcterms:W3CDTF">2026-03-01T01:04:06Z</dcterms:modified>
</cp:coreProperties>
</file>