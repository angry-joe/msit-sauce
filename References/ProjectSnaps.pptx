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FD5B78-09B7-4551-8C32-BE3E3A1CF1E8}" v="1" dt="2026-02-27T15:59:11.8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3" autoAdjust="0"/>
    <p:restoredTop sz="94660"/>
  </p:normalViewPr>
  <p:slideViewPr>
    <p:cSldViewPr snapToGrid="0">
      <p:cViewPr varScale="1">
        <p:scale>
          <a:sx n="86" d="100"/>
          <a:sy n="86" d="100"/>
        </p:scale>
        <p:origin x="120" y="9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ry, Joseph D CIV NG MAARNG (USA)" userId="779534d9-4337-4ff3-98aa-2bb62dd85054" providerId="ADAL" clId="{CB76DD6E-AC63-4224-8A40-A5B3A2EFA617}"/>
    <pc:docChg chg="custSel addSld modSld">
      <pc:chgData name="Leary, Joseph D CIV NG MAARNG (USA)" userId="779534d9-4337-4ff3-98aa-2bb62dd85054" providerId="ADAL" clId="{CB76DD6E-AC63-4224-8A40-A5B3A2EFA617}" dt="2026-02-27T16:01:28.241" v="167" actId="680"/>
      <pc:docMkLst>
        <pc:docMk/>
      </pc:docMkLst>
      <pc:sldChg chg="addSp modSp mod">
        <pc:chgData name="Leary, Joseph D CIV NG MAARNG (USA)" userId="779534d9-4337-4ff3-98aa-2bb62dd85054" providerId="ADAL" clId="{CB76DD6E-AC63-4224-8A40-A5B3A2EFA617}" dt="2026-02-27T16:01:25.247" v="166" actId="962"/>
        <pc:sldMkLst>
          <pc:docMk/>
          <pc:sldMk cId="3861888063" sldId="256"/>
        </pc:sldMkLst>
        <pc:spChg chg="add mod">
          <ac:chgData name="Leary, Joseph D CIV NG MAARNG (USA)" userId="779534d9-4337-4ff3-98aa-2bb62dd85054" providerId="ADAL" clId="{CB76DD6E-AC63-4224-8A40-A5B3A2EFA617}" dt="2026-02-27T15:59:57.916" v="163" actId="20577"/>
          <ac:spMkLst>
            <pc:docMk/>
            <pc:sldMk cId="3861888063" sldId="256"/>
            <ac:spMk id="4" creationId="{02F07B4B-A5B1-04E8-C32B-8DFF4789B09C}"/>
          </ac:spMkLst>
        </pc:spChg>
        <pc:picChg chg="add mod">
          <ac:chgData name="Leary, Joseph D CIV NG MAARNG (USA)" userId="779534d9-4337-4ff3-98aa-2bb62dd85054" providerId="ADAL" clId="{CB76DD6E-AC63-4224-8A40-A5B3A2EFA617}" dt="2026-02-27T16:01:25.247" v="166" actId="962"/>
          <ac:picMkLst>
            <pc:docMk/>
            <pc:sldMk cId="3861888063" sldId="256"/>
            <ac:picMk id="6" creationId="{3A3CE6F1-4D93-4379-2926-7D715A728B44}"/>
          </ac:picMkLst>
        </pc:picChg>
      </pc:sldChg>
      <pc:sldChg chg="new">
        <pc:chgData name="Leary, Joseph D CIV NG MAARNG (USA)" userId="779534d9-4337-4ff3-98aa-2bb62dd85054" providerId="ADAL" clId="{CB76DD6E-AC63-4224-8A40-A5B3A2EFA617}" dt="2026-02-27T16:01:28.241" v="167" actId="680"/>
        <pc:sldMkLst>
          <pc:docMk/>
          <pc:sldMk cId="993993506" sldId="25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2F9CF-7065-DE77-242C-05B1D106FF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CC6377-6CC1-86A3-DEC7-24061099E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7932-5B31-3166-7F5D-7A06AE047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D453F-F9B6-3FA0-AA03-6AA9896F1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E2B66-A80E-8312-F316-7E51CBE6D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8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2F56B-1141-DD0D-5F06-AA5A26AB1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6C065-7EE2-D079-CE9D-6CDF0C65B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A62D0-6275-3CDD-410C-7D83A7C39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A0FBB-919E-A8F1-78BB-D76478DE3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C01D2-11F3-31F3-0DE5-EB19C5E50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68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ACA9-0A20-989A-26E7-426B46DAD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400A6E-C1BA-0E52-17C8-4B7D7D0C97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83AC08-F7E4-1D7D-CB57-E13DB98E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5F7ED-0CBD-A9FF-300C-FB3F1E38A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B39A7-AE5B-8C78-7D15-F3679DA5F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85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4937A-19D6-6BC2-0B45-CF16B29F8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A84B5-A65F-E438-E715-D79BF8D9E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409482-AAAD-1F70-BF37-3CF8854372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16D5B0-7962-3C31-6C46-525D0EC77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ED630-7E20-F6F4-9CAB-C3BCE63F2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ECF65F-65F3-7CAE-75DA-5BE1219E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1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C7C6-D4DB-3B97-7B88-C06EF2338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0A96-C50B-044D-4FA6-6B3628BFF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BBEAA-C7E9-3843-2AE9-31EF77F8F7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1DC56C-89A4-3CBE-ABC0-BEF46DCEB1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EC0844-2026-56AD-F075-37AF89A2EA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455DBF-30EC-0E9A-E980-4B4C622FD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3243CD-14B4-B168-B384-BDB7CBB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1F335-BE81-C86D-B181-F7474A5D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419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88042-938D-4804-95BF-D4DAE03B2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7CCC00-088C-D3D4-496C-1E0551EDC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031110-74D2-C0B8-91CF-E60381D1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960B93-6C92-3024-5CC1-82025B774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38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37B392-74BE-E286-FA70-10C91A2DE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BD70D-7E8A-3505-F5E7-F1D4FC61D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91D74-D71D-254F-607F-04FA10BD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89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E6EE5-35F8-2A54-C7CB-2E1DFB56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D7F55-5DAD-3758-148D-A0C2E4308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717949-3DA1-9ABD-323B-B312C8EDC9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D49B6-D627-7F19-BA7C-1E5B6C946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999B2-0647-7BFD-D071-F77D18D42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3630BB-ED89-7723-D71F-404DA5414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53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91B45-BB09-DB48-69FF-A1A20A510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31B6DD-8524-BB61-DD7F-8C814660B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7FA4-5C66-B41D-A527-D5B61FA5E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3857A-C873-67C8-9E3A-B867A9EC6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08F60-1D77-24A5-1A0F-867E3DB61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94ACA8-2E82-23B3-F3F0-ED6A3B2E7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290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B0A34-C4D3-5798-76A3-090A3083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E751DA-6BCF-5866-6881-CDB8A3F9DB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1C71D0-9B4B-B5A2-1898-F57820441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4D2A7-F5B7-8B9C-7E4A-AB31AB69C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2921E-AB9B-33D7-BD39-C6E6CB0C0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07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45ECD-9208-B1AE-9247-524AE35BF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2D3E36-A2B5-9E1F-77C4-B140352B2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4AC6BA-AAE2-D3E1-1A85-6399939B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8B1F7-1B4D-1337-80AA-E1A77B0AD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B40B3-7C25-BA7E-1466-1CC76CE9E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22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AF0BD1-893F-0868-7173-3E3FC804D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037E4-6317-CEF7-DD2E-DDD5C1C95E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2A2FD-3A48-196F-35A9-0A2420BC81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E96FE-DC9C-4536-9FF4-6BA93424ACA5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14947-BAA5-6842-C2C9-E18E031F6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78E5D-E2DF-52A7-8809-1D5439784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59A875-3830-4AFB-98F7-13D694E094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56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F07B4B-A5B1-04E8-C32B-8DFF4789B09C}"/>
              </a:ext>
            </a:extLst>
          </p:cNvPr>
          <p:cNvSpPr txBox="1"/>
          <p:nvPr/>
        </p:nvSpPr>
        <p:spPr>
          <a:xfrm>
            <a:off x="484742" y="638978"/>
            <a:ext cx="25889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Already started DB, but don’t want to get too far.</a:t>
            </a:r>
          </a:p>
          <a:p>
            <a:r>
              <a:rPr lang="en-US" dirty="0"/>
              <a:t>Virtual Network up first. We want security and segments for different data/services to live on.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A3CE6F1-4D93-4379-2926-7D715A728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100" y="0"/>
            <a:ext cx="7591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88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3993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31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Leary, Joseph D CIV NG MAARNG (USA)</dc:creator>
  <cp:lastModifiedBy>Leary, Joseph D CIV NG MAARNG (USA)</cp:lastModifiedBy>
  <cp:revision>1</cp:revision>
  <dcterms:created xsi:type="dcterms:W3CDTF">2026-02-27T15:56:45Z</dcterms:created>
  <dcterms:modified xsi:type="dcterms:W3CDTF">2026-02-27T16:01:33Z</dcterms:modified>
</cp:coreProperties>
</file>